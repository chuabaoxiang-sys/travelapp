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488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旅记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58952" y="3246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TripJournal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58952" y="3794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D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行程规划 + 记账分摊 · 家庭与团队旅行小工具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58952" y="4617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诚邀你参与试用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366760" y="1965960"/>
            <a:ext cx="2926080" cy="2926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7541" y="2726741"/>
            <a:ext cx="1404518" cy="14045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核心功能亮点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9037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行程规划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4688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时间线 / 日历 / 地图三种视图自由切换，行程安排一目了然。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1732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7373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101" y="19037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多币种记账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4688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现金、刷卡、预订各自的真实汇率一次登记，重复使用，不用每次重新换算。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97764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68680" y="429768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1" y="446410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智能分摊结算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68680" y="50292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多人共同消费自动拆分算账，谁欠谁多少清清楚楚，一键结清。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63640" y="397764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83680" y="429768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101" y="446410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664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预算追踪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583680" y="50292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按行程、按类别设定预算，随时查看剩余额度，花钱有数。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更多贴心细节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19037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离线可用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68680" y="24688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可安装到手机主屏幕，没有网络也能记录，联网后自动同步。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1732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83680" y="173736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0101" y="19037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0664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一键导出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83680" y="246888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支持导出 Excel / CSV / JSON，方便备份或分享给同行的人。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97764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68680" y="429768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101" y="446410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团队数据隔离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68680" y="50292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每个团队拥有独立空间，彼此互相看不到、也不知道对方存在。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263640" y="3977640"/>
            <a:ext cx="5257800" cy="2148840"/>
          </a:xfrm>
          <a:prstGeom prst="roundRect">
            <a:avLst>
              <a:gd name="adj" fmla="val 5106"/>
            </a:avLst>
          </a:prstGeom>
          <a:solidFill>
            <a:srgbClr val="F2F5F5"/>
          </a:solidFill>
          <a:ln/>
          <a:effectLst>
            <a:outerShdw sx="100000" sy="100000" kx="0" ky="0" algn="bl" rotWithShape="0" blurRad="76200" dist="25400" dir="5400000">
              <a:srgbClr val="808080">
                <a:alpha val="2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83680" y="429768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101" y="446410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6640" y="4297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意见反馈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583680" y="50292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 内可直接提交问题和建议，帮助持续改进使用体验。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使用流程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331720" y="2194560"/>
            <a:ext cx="1706880" cy="0"/>
          </a:xfrm>
          <a:prstGeom prst="line">
            <a:avLst/>
          </a:prstGeom>
          <a:noFill/>
          <a:ln w="19050">
            <a:solidFill>
              <a:srgbClr val="C9D6D6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1280160" y="173736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904" y="197510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36192" y="14447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收到邀请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3429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收到邀请链接和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登录密码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27320" y="2194560"/>
            <a:ext cx="1706880" cy="0"/>
          </a:xfrm>
          <a:prstGeom prst="line">
            <a:avLst/>
          </a:prstGeom>
          <a:noFill/>
          <a:ln w="19050">
            <a:solidFill>
              <a:srgbClr val="C9D6D6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4175760" y="1737360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3504" y="19751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31792" y="14447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44424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输入邮箱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444240" y="3429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打开链接，输入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你的邮箱地址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122920" y="2194560"/>
            <a:ext cx="1706880" cy="0"/>
          </a:xfrm>
          <a:prstGeom prst="line">
            <a:avLst/>
          </a:prstGeom>
          <a:noFill/>
          <a:ln w="19050">
            <a:solidFill>
              <a:srgbClr val="C9D6D6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7071360" y="1737360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104" y="1975104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327392" y="14447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3984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邮件登录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339840" y="3429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打开收件箱，点击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登录链接，免密码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9966960" y="1737360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704" y="1975104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222992" y="144475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23544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开始记录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9235440" y="3429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选择/新建你的名字，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A5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开始记录行程与账目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A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完整邀请步骤与SQL模板见「邀请新团队流程」文档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准备好了吗？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58952" y="3337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D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打开邀请链接，输入密码，开始体验「旅记」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58952" y="3931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6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使用中有任何问题或建议，随时联系邀请你的人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366760" y="2148840"/>
            <a:ext cx="2926080" cy="2926080"/>
          </a:xfrm>
          <a:prstGeom prst="ellipse">
            <a:avLst/>
          </a:prstGeom>
          <a:solidFill>
            <a:srgbClr val="00A89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7541" y="2909621"/>
            <a:ext cx="1404518" cy="14045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2026-08-12T12:38:06Z</dcterms:created>
  <dcterms:modified xsi:type="dcterms:W3CDTF">2026-08-12T12:38:06Z</dcterms:modified>
</cp:coreProperties>
</file>