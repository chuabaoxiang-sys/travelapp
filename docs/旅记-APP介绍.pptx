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旅记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58952" y="3246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TripJournal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58952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行程规划 + 记账分摊 · 结伴旅行小工具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" y="4617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诚邀你参与试用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66760" y="1965960"/>
            <a:ext cx="2926080" cy="2926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7541" y="2726741"/>
            <a:ext cx="1404518" cy="14045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核心功能亮点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2F5F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行程规划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 / 日历 / 地图三种视图自由切换，行程安排一目了然。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2F5F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737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19037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多币种记账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83680" y="24688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现金、刷卡、预订各自的真实汇率一次登记，重复使用，不用每次重新换算。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2F5F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2976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44641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智能分摊结算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68680" y="5029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多人共同消费自动拆分算账，谁欠谁多少清清楚楚，一键结清。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63640" y="39776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2F5F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0" y="42976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4641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预算追踪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583680" y="5029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按行程、按类别设定预算，随时查看剩余额度，花钱有数。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更多贴心细节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2F5F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离线可用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可安装到手机主屏幕，没有网络也能记录，联网后自动同步。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2F5F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737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19037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一键导出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83680" y="24688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支持导出 Excel / CSV / JSON，方便备份或分享给同行的人。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2F5F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2976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44641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团队数据隔离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68680" y="5029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每个团队拥有独立空间，彼此互相看不到、也不知道对方存在。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63640" y="39776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2F5F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0" y="42976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4641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意见反馈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583680" y="5029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内可直接提交问题和建议，帮助持续改进使用体验。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使用流程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331720" y="2194560"/>
            <a:ext cx="1706880" cy="0"/>
          </a:xfrm>
          <a:prstGeom prst="line">
            <a:avLst/>
          </a:prstGeom>
          <a:noFill/>
          <a:ln w="19050">
            <a:solidFill>
              <a:srgbClr val="C9D6D6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280160" y="17373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19751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144475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收到邀请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收到邀请链接和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登录密码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27320" y="2194560"/>
            <a:ext cx="1706880" cy="0"/>
          </a:xfrm>
          <a:prstGeom prst="line">
            <a:avLst/>
          </a:prstGeom>
          <a:noFill/>
          <a:ln w="19050">
            <a:solidFill>
              <a:srgbClr val="C9D6D6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4175760" y="173736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504" y="19751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1792" y="144475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442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输入邮箱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44240" y="34290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打开链接，输入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你的邮箱地址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22920" y="2194560"/>
            <a:ext cx="1706880" cy="0"/>
          </a:xfrm>
          <a:prstGeom prst="line">
            <a:avLst/>
          </a:prstGeom>
          <a:noFill/>
          <a:ln w="19050">
            <a:solidFill>
              <a:srgbClr val="C9D6D6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7071360" y="17373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104" y="19751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27392" y="144475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398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邮件登录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339840" y="34290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打开收件箱，点击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登录链接，免密码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966960" y="173736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4" y="197510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22992" y="144475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354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开始记录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235440" y="34290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选择/新建你的名字，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开始记录行程与账目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完整邀请步骤与SQL模板见「邀请新团队流程」文档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58952" y="3337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打开邀请链接，输入密码，开始体验「旅记」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6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使用中有任何问题或建议，随时联系邀请你的人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2148840"/>
            <a:ext cx="2926080" cy="2926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7541" y="2909621"/>
            <a:ext cx="1404518" cy="14045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2026-08-12T12:38:06Z</dcterms:created>
  <dcterms:modified xsi:type="dcterms:W3CDTF">2026-08-12T12:38:06Z</dcterms:modified>
</cp:coreProperties>
</file>